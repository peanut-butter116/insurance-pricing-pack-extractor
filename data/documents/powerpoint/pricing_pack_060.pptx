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£68,000,000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Programme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£1.76m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Gross written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13 per cent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Rate movement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13.51 million GBP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Claims incurred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Oct 2026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begins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>
                <a:solidFill>
                  <a:srgbClr val="16324F"/>
                </a:solidFill>
              </a:defRPr>
            </a:pPr>
            <a:r>
              <a:t>30/09/2027</a:t>
            </a:r>
          </a:p>
          <a:p>
            <a:pPr>
              <a:defRPr sz="2500">
                <a:solidFill>
                  <a:srgbClr val="16324F"/>
                </a:solidFill>
              </a:defRPr>
            </a:pPr>
            <a:r>
              <a:t>Cover 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