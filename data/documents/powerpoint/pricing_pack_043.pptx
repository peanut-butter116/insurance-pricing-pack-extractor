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Inception: 2026-07-15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Expiry: 14/07/2027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GWP: £850k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Total incurred: £11.78m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Rate movement: -9.5 per 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Annual aggregate: 74 million GBP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