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16324F"/>
                </a:solidFill>
              </a:defRPr>
            </a:pPr>
            <a:r>
              <a:t>Commercial portfolio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6324F"/>
                </a:solidFill>
              </a:defRPr>
            </a:pPr>
            <a:r>
              <a:t>SYNTHETIC RESEARCH DOCUMENT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>
                <a:solidFill>
                  <a:srgbClr val="16324F"/>
                </a:solidFill>
              </a:defRPr>
            </a:pPr>
            <a:r>
              <a:t>£95m</a:t>
            </a:r>
          </a:p>
          <a:p>
            <a:pPr>
              <a:defRPr sz="2500">
                <a:solidFill>
                  <a:srgbClr val="16324F"/>
                </a:solidFill>
              </a:defRPr>
            </a:pPr>
            <a:r>
              <a:t>Programme limit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37160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>
                <a:solidFill>
                  <a:srgbClr val="16324F"/>
                </a:solidFill>
              </a:defRPr>
            </a:pPr>
            <a:r>
              <a:t>GBP 92 million</a:t>
            </a:r>
          </a:p>
          <a:p>
            <a:pPr>
              <a:defRPr sz="2500">
                <a:solidFill>
                  <a:srgbClr val="16324F"/>
                </a:solidFill>
              </a:defRPr>
            </a:pPr>
            <a:r>
              <a:t>Per occurrence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74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>
                <a:solidFill>
                  <a:srgbClr val="16324F"/>
                </a:solidFill>
              </a:defRPr>
            </a:pPr>
            <a:r>
              <a:t>GBP 8 million</a:t>
            </a:r>
          </a:p>
          <a:p>
            <a:pPr>
              <a:defRPr sz="2500">
                <a:solidFill>
                  <a:srgbClr val="16324F"/>
                </a:solidFill>
              </a:defRPr>
            </a:pPr>
            <a:r>
              <a:t>Gross written premium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3474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>
                <a:solidFill>
                  <a:srgbClr val="16324F"/>
                </a:solidFill>
              </a:defRPr>
            </a:pPr>
            <a:r>
              <a:t>£10960k</a:t>
            </a:r>
          </a:p>
          <a:p>
            <a:pPr>
              <a:defRPr sz="2500">
                <a:solidFill>
                  <a:srgbClr val="16324F"/>
                </a:solidFill>
              </a:defRPr>
            </a:pPr>
            <a:r>
              <a:t>Claims incurred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16324F"/>
                </a:solidFill>
              </a:defRPr>
            </a:pPr>
            <a:r>
              <a:t>Portfolio detail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6324F"/>
                </a:solidFill>
              </a:defRPr>
            </a:pPr>
            <a:r>
              <a:t>SYNTHETIC RESEARCH DOCUMENT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>
                <a:solidFill>
                  <a:srgbClr val="16324F"/>
                </a:solidFill>
              </a:defRPr>
            </a:pPr>
            <a:r>
              <a:t>15/01/2026</a:t>
            </a:r>
          </a:p>
          <a:p>
            <a:pPr>
              <a:defRPr sz="2500">
                <a:solidFill>
                  <a:srgbClr val="16324F"/>
                </a:solidFill>
              </a:defRPr>
            </a:pPr>
            <a:r>
              <a:t>Cover begins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37160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>
                <a:solidFill>
                  <a:srgbClr val="16324F"/>
                </a:solidFill>
              </a:defRPr>
            </a:pPr>
            <a:r>
              <a:t>14 January 2027</a:t>
            </a:r>
          </a:p>
          <a:p>
            <a:pPr>
              <a:defRPr sz="2500">
                <a:solidFill>
                  <a:srgbClr val="16324F"/>
                </a:solidFill>
              </a:defRPr>
            </a:pPr>
            <a:r>
              <a:t>Cover ends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