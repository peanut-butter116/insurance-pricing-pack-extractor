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08/12/2023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06 December 2024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Gross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GBP 1.18 million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Claim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Incurred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£0k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Rate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seven and a half percent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Aggregate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£94m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Occurrence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GBP 26 million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