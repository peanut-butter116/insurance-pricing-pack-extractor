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begins on 2025-06-08.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gross written premium was £7560k.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 losses were £0m.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change: 40 per cent.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per occurrence limit is £18000k.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