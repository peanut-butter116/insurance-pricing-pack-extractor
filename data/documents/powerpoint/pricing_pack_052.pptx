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Inception: Sep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GWP: 8.12 million GBP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incurred: £10,210,000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movement: +26.5%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Annual aggregate: GBP 91 million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