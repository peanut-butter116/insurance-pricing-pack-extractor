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Inception: 01/11/2023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Expiry: 30 October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GWP: £5,200,000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incurred: GBP 3.23 million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movement: -4%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Annual aggregate: £87000k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Each and every loss: £13,000,000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