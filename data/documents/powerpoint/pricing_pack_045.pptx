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6324F"/>
                </a:solidFill>
              </a:defRPr>
            </a:pPr>
            <a:r>
              <a:t>Commercial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324F"/>
                </a:solidFill>
              </a:defRPr>
            </a:pPr>
            <a:r>
              <a:t>SYNTHETIC RESEARCH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Cover begins on 08 October 2024.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Cover ends on 07/10/2025.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The gross written premium was £9.18m.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6344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Reported claims: 128.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6324F"/>
                </a:solidFill>
              </a:defRPr>
            </a:pPr>
            <a:r>
              <a:t>Portfolio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324F"/>
                </a:solidFill>
              </a:defRPr>
            </a:pPr>
            <a:r>
              <a:t>SYNTHETIC RESEARCH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Total incurred losses were 6.75 million GBP.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Rate change: 24.5 per cent.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The aggregate programme limit is £81,000,000.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63440"/>
            <a:ext cx="10881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324F"/>
                </a:solidFill>
              </a:defRPr>
            </a:pPr>
            <a:r>
              <a:t>The per occurrence limit is £71m.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