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GBP 63 million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Programme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53 million GBP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Per occurrence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2.86 million GBP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Gross written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+8%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Rate movement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99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Claims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£13,070,000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Claims incurred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15 September 2026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Cover begins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2027-09-14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Cover 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