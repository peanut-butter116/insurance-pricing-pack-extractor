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15 September 2024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14/09/2025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Gross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£0.8m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Claim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159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3716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Incurred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7.73 million GBP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Rate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seven and a half percent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Occurrence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£12m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