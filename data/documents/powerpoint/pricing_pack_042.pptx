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16324F"/>
                </a:solidFill>
              </a:defRPr>
            </a:pPr>
            <a:r>
              <a:t>Commercial portfolio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6324F"/>
                </a:solidFill>
              </a:defRPr>
            </a:pPr>
            <a:r>
              <a:t>SYNTHETIC RESEARCH DOCUMENT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>
                <a:solidFill>
                  <a:srgbClr val="16324F"/>
                </a:solidFill>
              </a:defRPr>
            </a:pPr>
            <a:r>
              <a:t>Cover begins on 15 October 2023.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468880"/>
            <a:ext cx="108813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>
                <a:solidFill>
                  <a:srgbClr val="16324F"/>
                </a:solidFill>
              </a:defRPr>
            </a:pPr>
            <a:r>
              <a:t>Cover ends on 2024-10-13.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566160"/>
            <a:ext cx="108813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>
                <a:solidFill>
                  <a:srgbClr val="16324F"/>
                </a:solidFill>
              </a:defRPr>
            </a:pPr>
            <a:r>
              <a:t>The gross written premium was 9.15 million GBP.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663440"/>
            <a:ext cx="108813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>
                <a:solidFill>
                  <a:srgbClr val="16324F"/>
                </a:solidFill>
              </a:defRPr>
            </a:pPr>
            <a:r>
              <a:t>Reported claims: 65.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16324F"/>
                </a:solidFill>
              </a:defRPr>
            </a:pPr>
            <a:r>
              <a:t>Portfolio detail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6324F"/>
                </a:solidFill>
              </a:defRPr>
            </a:pPr>
            <a:r>
              <a:t>SYNTHETIC RESEARCH DOCUMENT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>
                <a:solidFill>
                  <a:srgbClr val="16324F"/>
                </a:solidFill>
              </a:defRPr>
            </a:pPr>
            <a:r>
              <a:t>Rate change: +39%.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468880"/>
            <a:ext cx="108813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>
                <a:solidFill>
                  <a:srgbClr val="16324F"/>
                </a:solidFill>
              </a:defRPr>
            </a:pPr>
            <a:r>
              <a:t>The aggregate programme limit is GBP 9 million.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566160"/>
            <a:ext cx="108813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>
                <a:solidFill>
                  <a:srgbClr val="16324F"/>
                </a:solidFill>
              </a:defRPr>
            </a:pPr>
            <a:r>
              <a:t>The per occurrence limit is 2 million GBP.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