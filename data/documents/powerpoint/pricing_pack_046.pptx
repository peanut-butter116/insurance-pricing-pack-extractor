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Commercial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Inception: 08/01/2023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Expiry: 07 January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GWP: GBP 0.6 million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Reported claims: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Portfolio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Total incurred: £14480k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Rate movement: 29 per cent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Annual aggregate: £96m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