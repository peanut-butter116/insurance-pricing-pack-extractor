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97 million GBP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Programme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£89000k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Per occurrence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£4260k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Gross written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9 per cent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Rate movement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154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Claims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£13.09m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Claims incurred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2026-11-01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Cover begins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