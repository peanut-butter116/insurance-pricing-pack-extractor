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Inception: 15 November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Expiry: 14/11/2027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incurred: 0 million GBP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movement: 7.5 per 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Annual aggregate: £72,000,000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Each and every loss: £19m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