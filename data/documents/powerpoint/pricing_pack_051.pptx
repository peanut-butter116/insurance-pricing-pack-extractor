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Commercial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Cover begins on 15/07/2026.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Cover ends on 14 July 2027.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The gross written premium was GBP 7.41 million.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6344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Reported claims: 64.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Portfolio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Total incurred losses were £2760k.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The aggregate programme limit is £29m.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The per occurrence limit is GBP 8 million.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