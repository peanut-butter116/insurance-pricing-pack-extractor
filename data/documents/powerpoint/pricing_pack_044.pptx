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Commercial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Policy 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Mar 2023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Gross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£6,420,000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Claim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120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Incurred Claims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GBP 0.28 million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16324F"/>
                </a:solidFill>
              </a:defRPr>
            </a:pPr>
            <a:r>
              <a:t>Portfolio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6324F"/>
                </a:solidFill>
              </a:defRPr>
            </a:pPr>
            <a:r>
              <a:t>SYNTHETIC RESEARCH DOCUMENT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20574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Rate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+17.5%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Aggregate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2400"/>
                      </a:pPr>
                      <a:r>
                        <a:t>£75000k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