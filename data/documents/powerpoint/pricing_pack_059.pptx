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Commercial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£23,000,000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Per occurrence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£1,100,000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Gross written premium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seven and a half percent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Rate movement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474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71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Claims count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Portfolio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GBP 4.42 million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Claims incurred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15/06/2024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Cover begins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14 June 2025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Cover ends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