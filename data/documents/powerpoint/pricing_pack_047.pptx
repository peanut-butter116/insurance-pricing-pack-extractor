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Policy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08 September 2024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Gross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5.34 million GBP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Claim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63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Incurred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£12,970,000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3716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Rate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-15.5%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Aggregate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GBP 33 million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Occurrence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16 million GBP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