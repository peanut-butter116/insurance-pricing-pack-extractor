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begins on 01/12/2024.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ends on 30 November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gross written premium was £3,860,000.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175.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change: +27%.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aggregate programme limit is £5000k.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per occurrence limit is £5,000,000.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