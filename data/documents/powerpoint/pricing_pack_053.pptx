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6324F"/>
                </a:solidFill>
              </a:defRPr>
            </a:pPr>
            <a:r>
              <a:t>Commercial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324F"/>
                </a:solidFill>
              </a:defRPr>
            </a:pPr>
            <a:r>
              <a:t>SYNTHETIC RESEARCH DOCUMENT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1028700"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Policy 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2023-07-01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Policy 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29/06/2024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Gross Premium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£7030k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Claim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189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6324F"/>
                </a:solidFill>
              </a:defRPr>
            </a:pPr>
            <a:r>
              <a:t>Portfolio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324F"/>
                </a:solidFill>
              </a:defRPr>
            </a:pPr>
            <a:r>
              <a:t>SYNTHETIC RESEARCH DOCUMENT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1028700"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Incurred Claims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£6.98m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Rate 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0 per cent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Aggregate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9 million GBP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Occurrence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£5000k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